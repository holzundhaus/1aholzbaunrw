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nrw/dachstuhl-oder-dachausbau-grenze-zieh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https://holzundhaus.github.io/1aholzbaunrw/dachstuhl-oder-dachausbau-grenze-ziehen/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